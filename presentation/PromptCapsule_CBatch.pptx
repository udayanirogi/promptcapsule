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PromptCapsule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4B8A6"/>
                </a:solidFill>
                <a:latin typeface="Calibri"/>
              </a:rPr>
              <a:t>Lossless Prompt Packaging &amp;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C-Batch Technical Brief  ·  Hybrid packaging  ·  Agent-to-agent handoff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F7F6"/>
                </a:solidFill>
                <a:latin typeface="Calibri"/>
              </a:rPr>
              <a:t>pip install promptcapsule   ·   github.com/UdayaNirogi/promptcapsule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1  ·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A5568"/>
                </a:solidFill>
                <a:latin typeface="Calibri"/>
              </a:rPr>
              <a:t>Teams need exact prompt reuse — not lossy “semantic compression.”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474720" cy="2194560"/>
          </a:xfrm>
          <a:prstGeom prst="roundRect">
            <a:avLst/>
          </a:prstGeom>
          <a:solidFill>
            <a:srgbClr val="F0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9488"/>
                </a:solidFill>
                <a:latin typeface="Calibri"/>
              </a:rPr>
              <a:t>Share exact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1F3A"/>
                </a:solidFill>
                <a:latin typeface="Calibri"/>
              </a:rPr>
              <a:t>Same system prompt across apps,
PRs, and environments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45920"/>
            <a:ext cx="3474720" cy="2194560"/>
          </a:xfrm>
          <a:prstGeom prst="roundRect">
            <a:avLst/>
          </a:prstGeom>
          <a:solidFill>
            <a:srgbClr val="F0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9488"/>
                </a:solidFill>
                <a:latin typeface="Calibri"/>
              </a:rPr>
              <a:t>Shrink the handle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774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1F3A"/>
                </a:solidFill>
                <a:latin typeface="Calibri"/>
              </a:rPr>
              <a:t>Multi-KB prompts → short,
portable capsule string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645920"/>
            <a:ext cx="3474720" cy="2194560"/>
          </a:xfrm>
          <a:prstGeom prst="roundRect">
            <a:avLst/>
          </a:prstGeom>
          <a:solidFill>
            <a:srgbClr val="F0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9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9488"/>
                </a:solidFill>
                <a:latin typeface="Calibri"/>
              </a:rPr>
              <a:t>Prove integrity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237744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1F3A"/>
                </a:solidFill>
                <a:latin typeface="Calibri"/>
              </a:rPr>
              <a:t>SHA-256 verification on
every reconstruct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06240"/>
            <a:ext cx="11247120" cy="173736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Calibri"/>
              </a:rPr>
              <a:t>Two things people confuse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Type 1 — True compression: entropy-limited; good for small text; no storage.
Type 2 — Key-based retrieval: short ID → full prompt from a vault; solves long prompts.
PromptCapsule does BOTH, automatically, with checksums.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PromptCapsule  ·  C-Batch  ·  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2  ·  What Exactly Is This?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11247120" cy="1371600"/>
          </a:xfrm>
          <a:prstGeom prst="roundRect">
            <a:avLst/>
          </a:prstGeom>
          <a:solidFill>
            <a:srgbClr val="F0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1F3A"/>
                </a:solidFill>
                <a:latin typeface="Calibri"/>
              </a:rPr>
              <a:t>Abstract: PromptCapsule is a Python library that turns LLM prompt text into a portable capsule string and reconstructs the original byte-for-byte. Inline mode (≤500 bytes) uses zlib+Base85; vault mode stores long prompts and returns a short backend key (~99% smaller shareable handle). Every decompress returns verified SHA-256 integrity. Quality: 27+ automated test cases.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D9488"/>
                </a:solidFill>
                <a:latin typeface="Calibri"/>
              </a:rPr>
              <a:t>500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832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B1F3A"/>
                </a:solidFill>
                <a:latin typeface="Calibri"/>
              </a:rPr>
              <a:t>Inline 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256032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788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D9488"/>
                </a:solidFill>
                <a:latin typeface="Calibri"/>
              </a:rPr>
              <a:t>~99%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3832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B1F3A"/>
                </a:solidFill>
                <a:latin typeface="Calibri"/>
              </a:rPr>
              <a:t>Smaller vault handle vs long prompt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256032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39" y="2788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D9488"/>
                </a:solidFill>
                <a:latin typeface="Calibri"/>
              </a:rPr>
              <a:t>SHA-256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39" y="33832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B1F3A"/>
                </a:solidFill>
                <a:latin typeface="Calibri"/>
              </a:rPr>
              <a:t>Integrity on every decompress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D9488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0292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B1F3A"/>
                </a:solidFill>
                <a:latin typeface="Calibri"/>
              </a:rPr>
              <a:t>Lossless when verified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420624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D9488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50292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B1F3A"/>
                </a:solidFill>
                <a:latin typeface="Calibri"/>
              </a:rPr>
              <a:t>Pluggable backends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9" y="4206240"/>
            <a:ext cx="3474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39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D9488"/>
                </a:solidFill>
                <a:latin typeface="Calibri"/>
              </a:rPr>
              <a:t>27+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39" y="50292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B1F3A"/>
                </a:solidFill>
                <a:latin typeface="Calibri"/>
              </a:rPr>
              <a:t>Automated test cases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PromptCapsule  ·  C-Batch  ·  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  <a:latin typeface="Calibri"/>
              </a:rPr>
              <a:t>3  ·  Product Infographic</a:t>
            </a:r>
          </a:p>
        </p:txBody>
      </p:sp>
      <p:pic>
        <p:nvPicPr>
          <p:cNvPr id="3" name="Picture 2" descr="promptcapsule_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48640"/>
            <a:ext cx="11521440" cy="64808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PromptCapsule  ·  C-Batch  ·  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  <a:latin typeface="Calibri"/>
              </a:rPr>
              <a:t>4  ·  Technical Design — Hybrid Architecture</a:t>
            </a:r>
          </a:p>
        </p:txBody>
      </p:sp>
      <p:pic>
        <p:nvPicPr>
          <p:cNvPr id="3" name="Picture 2" descr="pp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02920"/>
            <a:ext cx="11612880" cy="65322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PromptCapsule  ·  C-Batch  ·  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  <a:latin typeface="Calibri"/>
              </a:rPr>
              <a:t>5  ·  Quantified Results (measured on v0.1.0)</a:t>
            </a:r>
          </a:p>
        </p:txBody>
      </p:sp>
      <p:pic>
        <p:nvPicPr>
          <p:cNvPr id="3" name="Picture 2" descr="ppt_quant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7498079" cy="421766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863840" y="640080"/>
            <a:ext cx="3931920" cy="5303520"/>
          </a:xfrm>
          <a:prstGeom prst="roundRect">
            <a:avLst/>
          </a:prstGeom>
          <a:solidFill>
            <a:srgbClr val="F0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822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D9488"/>
                </a:solidFill>
                <a:latin typeface="Calibri"/>
              </a:rPr>
              <a:t>Benchmark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28016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Short 251 → 248 (inline)
Near 307 → 288 (inline)
RAG ~3KB → short vault key
Multi-shot → short vault key
Format:
cap_i_&lt;hash8&gt;_&lt;b85&gt;
cap_v_&lt;hash8&gt;_&lt;key&gt;
27+ = test cases (QA)
NOT capsule character count
Vault key length varies
by backend (mem/sql/gist/s3)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PromptCapsule  ·  C-Batch  ·  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6  ·  Agent-to-Agent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A5568"/>
                </a:solidFill>
                <a:latin typeface="Calibri"/>
              </a:rPr>
              <a:t>Potential: agents pass a capsule, then reconstruct the exact prompt with a checksum.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566160" cy="1554480"/>
          </a:xfrm>
          <a:prstGeom prst="roundRect">
            <a:avLst/>
          </a:prstGeom>
          <a:solidFill>
            <a:srgbClr val="F0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D9488"/>
                </a:solidFill>
                <a:latin typeface="Calibri"/>
              </a:rPr>
              <a:t>1  Agent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1F3A"/>
                </a:solidFill>
                <a:latin typeface="Calibri"/>
              </a:rPr>
              <a:t>Packs context
compress(prompt)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188720"/>
            <a:ext cx="3566160" cy="155448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Calibri"/>
              </a:rPr>
              <a:t>2 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783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Sends only the
capsule string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188720"/>
            <a:ext cx="3566160" cy="1554480"/>
          </a:xfrm>
          <a:prstGeom prst="roundRect">
            <a:avLst/>
          </a:prstGeom>
          <a:solidFill>
            <a:srgbClr val="F0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D9488"/>
                </a:solidFill>
                <a:latin typeface="Calibri"/>
              </a:rPr>
              <a:t>3  Agent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783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1F3A"/>
                </a:solidFill>
                <a:latin typeface="Calibri"/>
              </a:rPr>
              <a:t>Unpacks + checks
decompress → verified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356616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9488"/>
                </a:solidFill>
                <a:latin typeface="Calibri"/>
              </a:rPr>
              <a:t>Inline capsule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66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Self-contained. No shared store.
Best for short instructions between agents.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971800"/>
            <a:ext cx="356616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9488"/>
                </a:solidFill>
                <a:latin typeface="Calibri"/>
              </a:rPr>
              <a:t>Vault capsule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566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Shared backend = shared memory.
Long context stays in SQLite / Gist / S3.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971800"/>
            <a:ext cx="356616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9488"/>
                </a:solidFill>
                <a:latin typeface="Calibri"/>
              </a:rPr>
              <a:t>Integrity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566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B1F3A"/>
                </a:solidFill>
                <a:latin typeface="Calibri"/>
              </a:rPr>
              <a:t>Agent B acts only if verified=True.
SHA-256 proves the prompt was not altered.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Calibri"/>
              </a:rPr>
              <a:t>What this is: a payload format on top of the existing API — not a new agent protocol, and not encryption.
Both agents must share the same vault for vault-mode capsules. Inline capsules travel alone.
Backends: InMemory (tests) · SQLite (local) · GitHub Gist (team) · S3 (production). 27+ tests cover the library, not a fixed capsule length.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PromptCapsule  ·  C-Batch  ·  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7  ·  Takeaways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7F6"/>
                </a:solidFill>
                <a:latin typeface="Calibri"/>
              </a:rPr>
              <a:t>→  PromptCapsule = lossless packaging + optional vault retrieval
→  Agent-to-agent: pass a capsule, reconstruct the exact prompt, gate on verified
→  Quantified: ≤500B inline; long prompts → short vault keys (~99% smaller handle)
→  Quality: 27+ automated test cases — that number is tests, not capsule length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Calibri"/>
              </a:rPr>
              <a:t>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pip install promptcapsule
https://github.com/UdayaNirogi/promptcapsule
https://pypi.org/project/promptcapsule/
Docs: ABSTRACT.md · TECHNICAL_DESIGN.md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alibri"/>
              </a:rPr>
              <a:t>PromptCapsule  ·  C-Batch  ·  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