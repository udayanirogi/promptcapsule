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PromptCapsule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4B8A6"/>
                </a:solidFill>
                <a:latin typeface="Calibri"/>
              </a:rPr>
              <a:t>Lossless Prompt Packaging &amp; Retrieval  ·  v0.1.5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C-Batch  ·  Hybrid packaging  ·  Agent handoff  ·  Security-hardened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7F6"/>
                </a:solidFill>
                <a:latin typeface="Calibri"/>
              </a:rPr>
              <a:t>pip install promptcapsule==0.1.5   ·   github.com/UdayaNirogi/promptcapsule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1  ·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Teams need exact prompt reuse — not lossy “semantic compression.”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219456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Share exact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Calibri"/>
              </a:rPr>
              <a:t>Same system prompt across apps,
PRs, and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3474720" cy="219456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Shrink the handle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Calibri"/>
              </a:rPr>
              <a:t>Multi-KB prompts → short,
portable capsule 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474720" cy="219456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Prove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Calibri"/>
              </a:rPr>
              <a:t>SHA-256 verification on
every reconstruct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11247120" cy="1737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Two things people confuse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Type 1 — True compression: entropy-limited; good for small text; no storage.
Type 2 — Key-based retrieval: short ID → full prompt from a vault; solves long prompts.
PromptCapsule does BOTH, automatically, with checksums.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2  ·  What Exactly Is This?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47120" cy="137160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Abstract: PromptCapsule turns LLM prompt text into a portable capsule and reconstructs it byte-for-byte. Inline (≤500 bytes): zlib+Base85. Vault (&gt;500 bytes): short key into a shared store. Limits: 10 MiB max prompt/zlib. Default decompress is fail-closed. Suite: 81 automated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500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Inline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560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10 MiB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Max prompt / zlib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560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39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39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Fail-closed verify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Automated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2062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Pluggable backends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2062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39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0.1.5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39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Current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3  ·  Product Infographic</a:t>
            </a:r>
          </a:p>
        </p:txBody>
      </p:sp>
      <p:pic>
        <p:nvPicPr>
          <p:cNvPr id="3" name="Picture 2" descr="promptcapsul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6480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4  ·  Technical Design — Hybrid Architecture</a:t>
            </a:r>
          </a:p>
        </p:txBody>
      </p:sp>
      <p:pic>
        <p:nvPicPr>
          <p:cNvPr id="3" name="Picture 2" descr="pp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65322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5  ·  Limits &amp; Security</a:t>
            </a:r>
          </a:p>
        </p:txBody>
      </p:sp>
      <p:pic>
        <p:nvPicPr>
          <p:cNvPr id="3" name="Picture 2" descr="ppt_quant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7498079" cy="421766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640080"/>
            <a:ext cx="3931920" cy="530352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Hardening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2344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  <a:latin typeface="Calibri"/>
              </a:rPr>
              <a:t>Limits:
• Inline ≤ 500 bytes
• Max size 10 MiB
Fixed in library:
• Fail-closed IntegrityError
• Invalid prefixes rejected
• zlib expansion capped
• Unguessable vault keys
• No vault plaintext leak
• Base85 junk rejected
• S3 prefix + Gist owner
Still limitations:
• Not encryption
• Not authentication
• Not a full MAC
• Demo HTTP bus OOS
81 automated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6  ·  Agent-to-Agent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Potential: agents pass a capsule, then reconstruct the exact prompt with a checksum.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155448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1  Agent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Packs context
compress(prompt)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15544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2 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Sends only the
capsule 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155448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3  Agent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Unpacks + checks
decompress →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35661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Inline capsule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Self-contained. No shared store.
Best for short instructions between agents.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971800"/>
            <a:ext cx="35661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Vault capsule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Shared backend = shared memory.
Long context stays in SQLite / Gist / S3.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971800"/>
            <a:ext cx="35661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Integrity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strict=True → IntegrityError on fail.
Vault bind failure returns empty 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v0.1.5: packaging + retrieval — not encryption / not auth. Gist require_owner by default.
Both agents must share the same vault for vault-mode. Inline capsules travel alone.
Automated test suite: 81 tests (core + security).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  ·  Takeaways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7F6"/>
                </a:solidFill>
                <a:latin typeface="Calibri"/>
              </a:rPr>
              <a:t>→  PromptCapsule = lossless packaging + vault retrieval + fail-closed integrity
→  Limits: ≤500B inline · 10 MiB max · unguessable keys · 81 automated tests
→  Open limitations: not encryption, not auth, 8-hex checksum is not a MAC
→  Agent pattern: decompress(strict=True); reject on IntegrityError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pip install promptcapsule==0.1.5
https://github.com/UdayaNirogi/promptcapsule
https://pypi.org/project/promptcapsule/0.1.5/
Docs: ABSTRACT.md · TECHNICAL_DESIGN.md · README (limits &amp; security)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